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My Analytics Project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data analytics project analyzing patient data to identify trends and patterns using Python, SQL, and Power BI Desktop.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4664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Overview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3235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874143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This Project Does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358430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patient data analytics initiative that bridges raw clinical records with actionable insight — designed to be accessible for first-time contributors and rigorous enough for real-world use.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4040584"/>
            <a:ext cx="3504219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Analyzes patient data to uncover meaningful trends and patterns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data processing with interactive visualizations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actionable insights for decision-making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6693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Project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61716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857077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2012950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1312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Trends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21806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Surface key patterns in patient data across time and demographics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61716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658" y="1857077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012950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658" y="261312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 Correlations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85658" y="3021806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 meaningful relationships and patterns hidden in the data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11017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32" y="4206379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00" y="4362252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32" y="496242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Dashboards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6832" y="5371108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interactive Power BI dashboards for intuitive data exploration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11017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658" y="4206379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1626" y="4362252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658" y="4962426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Drive Decisions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85658" y="5371108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evidence-based, data-driven decision making in healthcare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Key Metrics &amp; Visualizations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63081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Multi-Layered View of Patient Data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265587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visualization type serves a distinct analytical purpose, layering together to give a complete picture of patient population health.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546872"/>
            <a:ext cx="5315512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Average metrics: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Multiple KPIs tracked across dimensions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Distribution analysis: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Pie charts showing data composition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Comparative analysis: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Bar charts for cross-category comparisons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Time-series trends: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Line charts tracking patterns over time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Performance tracking: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Real-time monitoring dashboards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9651"/>
            <a:ext cx="6296860" cy="569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🛠️</a:t>
            </a:r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Technologies Used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33360" y="1366639"/>
            <a:ext cx="6296860" cy="1038820"/>
          </a:xfrm>
          <a:prstGeom prst="roundRect">
            <a:avLst>
              <a:gd name="adj" fmla="val 72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9788" y="1553071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🐍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Python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419788" y="1937544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processing, analysis, and automation of the full analytics pipeline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33360" y="2577108"/>
            <a:ext cx="6296860" cy="1038820"/>
          </a:xfrm>
          <a:prstGeom prst="roundRect">
            <a:avLst>
              <a:gd name="adj" fmla="val 72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9788" y="2763540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🗄️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SQL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419788" y="3148013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queries and structured data extraction from clinical sources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360" y="3787577"/>
            <a:ext cx="6296860" cy="1320304"/>
          </a:xfrm>
          <a:prstGeom prst="roundRect">
            <a:avLst>
              <a:gd name="adj" fmla="val 573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19788" y="3974009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Power BI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419788" y="4358481"/>
            <a:ext cx="59240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 creation and publication for stakeholder consumption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33360" y="5279529"/>
            <a:ext cx="6296860" cy="1038820"/>
          </a:xfrm>
          <a:prstGeom prst="roundRect">
            <a:avLst>
              <a:gd name="adj" fmla="val 72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9788" y="5465961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🐼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Pandas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419788" y="5850434"/>
            <a:ext cx="59240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manipulation, cleaning, and transformation at every pipeline stage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541"/>
            <a:ext cx="10868745" cy="560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📁</a:t>
            </a:r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Project Structure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28862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Repository Layout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1971873"/>
            <a:ext cx="521828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project follows a clean, modular folder structure that separates concerns and makes onboarding straightforward for new contributors.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1475" y="2982615"/>
            <a:ext cx="5218280" cy="936625"/>
          </a:xfrm>
          <a:prstGeom prst="roundRect">
            <a:avLst>
              <a:gd name="adj" fmla="val 7946"/>
            </a:avLst>
          </a:prstGeom>
          <a:solidFill>
            <a:srgbClr val="E1E1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75" y="3234730"/>
            <a:ext cx="221451" cy="1772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7326" y="3176290"/>
            <a:ext cx="44652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folder has a single responsibility — keeping code, data, and documentation easy to navigate from day one.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8290" y="1549598"/>
          <a:ext cx="9143771" cy="914400"/>
        </p:xfrm>
        <a:graphic>
          <a:graphicData uri="http://schemas.openxmlformats.org/drawingml/2006/table">
            <a:tbl>
              <a:tblPr/>
              <a:tblGrid>
                <a:gridCol w="2609140"/>
                <a:gridCol w="2609140"/>
              </a:tblGrid>
              <a:tr h="489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Folder / File</a:t>
                      </a:r>
                      <a:endParaRPr lang="en-US" sz="13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Purpose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767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data/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Raw and processed data files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767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scripts/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Python scripts for data processing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767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queries/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SQL queries for data extraction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767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dashboards/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Power BI dashboard files (.pbix)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99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notebooks/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Jupyter notebooks for EDA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96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README.md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Project documentation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363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Getting Started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45084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280454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Clone Repo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657991"/>
            <a:ext cx="1902004" cy="605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Copy project repository to your machine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5049612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Install deps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427148"/>
            <a:ext cx="1912454" cy="40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Install required Python packages with pip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344792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Configure DB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722329"/>
            <a:ext cx="1902003" cy="40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up and test the database connection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4948696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scripts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326232"/>
            <a:ext cx="1902004" cy="605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data processing and ETL scripts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145907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users can complete the full setup in under 15 minutes. Follow the steps above in order — each stage builds on the last.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873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Prerequisites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52811"/>
            <a:ext cx="6918350" cy="3920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4074" y="1460103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You'll Need Before Starting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4074" y="1882874"/>
            <a:ext cx="353239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the following tools and libraries are available in your environment before cloning the repository.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4074" y="2806303"/>
            <a:ext cx="3532397" cy="2016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3.8 or higher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database access — MySQL, PostgreSQL, or SQL Server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Desktop (free version available from Microsoft)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libraries: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sqlalchemy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pyodbc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04074" y="4997847"/>
            <a:ext cx="3532397" cy="1148655"/>
          </a:xfrm>
          <a:prstGeom prst="roundRect">
            <a:avLst>
              <a:gd name="adj" fmla="val 6263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321" y="5230019"/>
            <a:ext cx="214109" cy="1712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60677" y="5180310"/>
            <a:ext cx="2804546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Desktop is free to download from the Microsoft Store — no license required to get started.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2221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💾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Data Requirements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77244"/>
            <a:ext cx="5339820" cy="17447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291655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Patient Demographics &amp; Clinical Info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700338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Relevant demographic attributes and clinical fields required for meaningful segmentation and trend identification.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077244"/>
            <a:ext cx="5339919" cy="17447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291655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Time-Stamped Records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2700338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records must include timestamps to enable temporal trend analysis and seasonal pattern detection.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11017"/>
            <a:ext cx="5339820" cy="17447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22542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Clean, Validated Format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634111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should be provided in CSV format or accessible via a connected database. Pre-validate for nulls and duplicates.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011017"/>
            <a:ext cx="5339919" cy="17447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422542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Privacy &amp; Compliance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4634111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all data handling follows applicable data privacy regulations (e.g., HIPAA, GDPR) before ingestion.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2847"/>
            <a:ext cx="6296860" cy="560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Key Findings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61475" y="1362075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26214" y="1422896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Multi-Segment Metrics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6214" y="1799431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KPIs tracked and compared across distinct patient segments, revealing meaningful performance differences.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1475" y="2680891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6214" y="2741712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Clear Distribution Patterns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6214" y="3118247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Categorical data reveals consistent groupings and distributions — providing a reliable baseline for further analysis.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1475" y="3999706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6214" y="4060527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Temporal Variations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26214" y="4437063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Time-based analysis uncovers seasonal trends and cyclical patterns in patient activity and outcomes.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531852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6214" y="5379343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Comparative Performance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26214" y="5755878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Cross-dimensional comparisons highlight which segments and time periods outperform others — guiding prioritization.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2026-09-04T16:06:50Z</dcterms:created>
  <dcterms:modified xsi:type="dcterms:W3CDTF">2026-09-04T16:06:50Z</dcterms:modified>
</cp:coreProperties>
</file>